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Vol.1 卓球体幹トレーニング完全マスター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852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販売教材ドラフト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第1章 卓球で体幹が重要な理由</a:t>
            </a:r>
          </a:p>
          <a:p>
            <a:pPr>
              <a:defRPr sz="1800"/>
            </a:pPr>
            <a:r>
              <a:t>ピンポンマスター教材シリーズ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0" y="914400"/>
            <a:ext cx="4663440" cy="5029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【ここにオリジナル卓球イラスト・筋肉図・図解を配置】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P6 体幹とは？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852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・体幹は身体の軸</a:t>
            </a:r>
          </a:p>
          <a:p>
            <a:pPr>
              <a:defRPr sz="1800"/>
            </a:pPr>
            <a:r>
              <a:t>・床反力→脚→骨盤→体幹→肩→腕→ラケットへ力が伝わる</a:t>
            </a:r>
          </a:p>
          <a:p>
            <a:pPr>
              <a:defRPr sz="1800"/>
            </a:pPr>
            <a:r>
              <a:t>・フォーム安定</a:t>
            </a:r>
          </a:p>
          <a:p>
            <a:pPr>
              <a:defRPr sz="1800"/>
            </a:pPr>
            <a:r>
              <a:t>・回転量向上</a:t>
            </a:r>
          </a:p>
          <a:p>
            <a:pPr>
              <a:defRPr sz="1800"/>
            </a:pPr>
            <a:r>
              <a:t>・バランス向上</a:t>
            </a:r>
          </a:p>
          <a:p>
            <a:pPr>
              <a:defRPr sz="1800"/>
            </a:pPr>
            <a:r>
              <a:t>・ケガ予防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0" y="914400"/>
            <a:ext cx="4663440" cy="5029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【ここにオリジナル卓球イラスト・筋肉図・図解を配置】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P7 卓球は腕だけでは打たない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852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・キネティックチェーン</a:t>
            </a:r>
          </a:p>
          <a:p>
            <a:pPr>
              <a:defRPr sz="1800"/>
            </a:pPr>
            <a:r>
              <a:t>・全身を連動させる</a:t>
            </a:r>
          </a:p>
          <a:p>
            <a:pPr>
              <a:defRPr sz="1800"/>
            </a:pPr>
            <a:r>
              <a:t>・体幹が弱いと力が逃げる</a:t>
            </a:r>
          </a:p>
          <a:p>
            <a:pPr>
              <a:defRPr sz="1800"/>
            </a:pPr>
            <a:r>
              <a:t>・ドライブ・サーブ・フットワークに影響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0" y="914400"/>
            <a:ext cx="4663440" cy="5029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【ここにオリジナル卓球イラスト・筋肉図・図解を配置】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P8 フォアドライブと体幹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852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①右脚で踏み込む</a:t>
            </a:r>
          </a:p>
          <a:p>
            <a:pPr>
              <a:defRPr sz="1800"/>
            </a:pPr>
            <a:r>
              <a:t>②骨盤回旋</a:t>
            </a:r>
          </a:p>
          <a:p>
            <a:pPr>
              <a:defRPr sz="1800"/>
            </a:pPr>
            <a:r>
              <a:t>③体幹回旋</a:t>
            </a:r>
          </a:p>
          <a:p>
            <a:pPr>
              <a:defRPr sz="1800"/>
            </a:pPr>
            <a:r>
              <a:t>④肩</a:t>
            </a:r>
          </a:p>
          <a:p>
            <a:pPr>
              <a:defRPr sz="1800"/>
            </a:pPr>
            <a:r>
              <a:t>⑤腕</a:t>
            </a:r>
          </a:p>
          <a:p>
            <a:pPr>
              <a:defRPr sz="1800"/>
            </a:pPr>
            <a:r>
              <a:t>⑥ラケット</a:t>
            </a:r>
          </a:p>
          <a:p>
            <a:pPr>
              <a:defRPr sz="1800"/>
            </a:pPr>
            <a:r>
              <a:t>⑦ボールへ伝達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0" y="914400"/>
            <a:ext cx="4663440" cy="5029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【ここにオリジナル卓球イラスト・筋肉図・図解を配置】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P9 バックハンドと体幹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852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・体幹で姿勢を維持</a:t>
            </a:r>
          </a:p>
          <a:p>
            <a:pPr>
              <a:defRPr sz="1800"/>
            </a:pPr>
            <a:r>
              <a:t>・ラケット面の安定</a:t>
            </a:r>
          </a:p>
          <a:p>
            <a:pPr>
              <a:defRPr sz="1800"/>
            </a:pPr>
            <a:r>
              <a:t>・押し負けないブロック</a:t>
            </a:r>
          </a:p>
          <a:p>
            <a:pPr>
              <a:defRPr sz="1800"/>
            </a:pPr>
            <a:r>
              <a:t>・カウンターの再現性向上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0" y="914400"/>
            <a:ext cx="4663440" cy="5029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【ここにオリジナル卓球イラスト・筋肉図・図解を配置】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P10 フットワークと体幹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852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・左右移動</a:t>
            </a:r>
          </a:p>
          <a:p>
            <a:pPr>
              <a:defRPr sz="1800"/>
            </a:pPr>
            <a:r>
              <a:t>・切り返し</a:t>
            </a:r>
          </a:p>
          <a:p>
            <a:pPr>
              <a:defRPr sz="1800"/>
            </a:pPr>
            <a:r>
              <a:t>・初速</a:t>
            </a:r>
          </a:p>
          <a:p>
            <a:pPr>
              <a:defRPr sz="1800"/>
            </a:pPr>
            <a:r>
              <a:t>・バランス</a:t>
            </a:r>
          </a:p>
          <a:p>
            <a:pPr>
              <a:defRPr sz="1800"/>
            </a:pPr>
            <a:r>
              <a:t>・敏捷性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0" y="914400"/>
            <a:ext cx="4663440" cy="5029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【ここにオリジナル卓球イラスト・筋肉図・図解を配置】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