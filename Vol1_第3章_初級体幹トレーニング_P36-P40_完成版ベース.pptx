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P36 グルートブリッジ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57200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完成版掲載予定</a:t>
            </a:r>
          </a:p>
          <a:p/>
          <a:p>
            <a:r>
              <a:t>①オリジナル卓球イラスト</a:t>
            </a:r>
          </a:p>
          <a:p>
            <a:r>
              <a:t>②筋肉色分け図</a:t>
            </a:r>
          </a:p>
          <a:p>
            <a:r>
              <a:t>③OKフォーム</a:t>
            </a:r>
          </a:p>
          <a:p>
            <a:r>
              <a:t>④NGフォーム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822960"/>
            <a:ext cx="6217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対象筋肉：大臀筋・ハムストリングス</a:t>
            </a:r>
          </a:p>
          <a:p>
            <a:pPr>
              <a:defRPr sz="1800"/>
            </a:pPr>
            <a:r>
              <a:t>推奨回数：15回×3</a:t>
            </a:r>
          </a:p>
          <a:p>
            <a:pPr>
              <a:defRPr sz="1800"/>
            </a:pPr>
            <a:r>
              <a:t>卓球への効果：骨盤を安定させ、ドライブ時の力の伝達を向上。</a:t>
            </a:r>
          </a:p>
          <a:p>
            <a:pPr>
              <a:defRPr sz="1800"/>
            </a:pPr>
            <a:r>
              <a:t>ポイント：体幹を保ち、呼吸を止めない。</a:t>
            </a:r>
          </a:p>
          <a:p>
            <a:pPr>
              <a:defRPr sz="1800"/>
            </a:pPr>
            <a:r>
              <a:t>指導者メモ：フォームが崩れたら回数より質を優先。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P37 スクワット（基礎）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57200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完成版掲載予定</a:t>
            </a:r>
          </a:p>
          <a:p/>
          <a:p>
            <a:r>
              <a:t>①オリジナル卓球イラスト</a:t>
            </a:r>
          </a:p>
          <a:p>
            <a:r>
              <a:t>②筋肉色分け図</a:t>
            </a:r>
          </a:p>
          <a:p>
            <a:r>
              <a:t>③OKフォーム</a:t>
            </a:r>
          </a:p>
          <a:p>
            <a:r>
              <a:t>④NGフォーム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822960"/>
            <a:ext cx="6217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対象筋肉：大腿四頭筋・臀筋</a:t>
            </a:r>
          </a:p>
          <a:p>
            <a:pPr>
              <a:defRPr sz="1800"/>
            </a:pPr>
            <a:r>
              <a:t>推奨回数：12回×3</a:t>
            </a:r>
          </a:p>
          <a:p>
            <a:pPr>
              <a:defRPr sz="1800"/>
            </a:pPr>
            <a:r>
              <a:t>卓球への効果：低い基本姿勢と下半身の安定性を強化。</a:t>
            </a:r>
          </a:p>
          <a:p>
            <a:pPr>
              <a:defRPr sz="1800"/>
            </a:pPr>
            <a:r>
              <a:t>ポイント：体幹を保ち、呼吸を止めない。</a:t>
            </a:r>
          </a:p>
          <a:p>
            <a:pPr>
              <a:defRPr sz="1800"/>
            </a:pPr>
            <a:r>
              <a:t>指導者メモ：フォームが崩れたら回数より質を優先。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P38 フロントランジ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57200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完成版掲載予定</a:t>
            </a:r>
          </a:p>
          <a:p/>
          <a:p>
            <a:r>
              <a:t>①オリジナル卓球イラスト</a:t>
            </a:r>
          </a:p>
          <a:p>
            <a:r>
              <a:t>②筋肉色分け図</a:t>
            </a:r>
          </a:p>
          <a:p>
            <a:r>
              <a:t>③OKフォーム</a:t>
            </a:r>
          </a:p>
          <a:p>
            <a:r>
              <a:t>④NGフォーム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822960"/>
            <a:ext cx="6217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対象筋肉：臀筋・ハムストリングス・体幹</a:t>
            </a:r>
          </a:p>
          <a:p>
            <a:pPr>
              <a:defRPr sz="1800"/>
            </a:pPr>
            <a:r>
              <a:t>推奨回数：左右10回×3</a:t>
            </a:r>
          </a:p>
          <a:p>
            <a:pPr>
              <a:defRPr sz="1800"/>
            </a:pPr>
            <a:r>
              <a:t>卓球への効果：前後の重心移動と切り返し能力を向上。</a:t>
            </a:r>
          </a:p>
          <a:p>
            <a:pPr>
              <a:defRPr sz="1800"/>
            </a:pPr>
            <a:r>
              <a:t>ポイント：体幹を保ち、呼吸を止めない。</a:t>
            </a:r>
          </a:p>
          <a:p>
            <a:pPr>
              <a:defRPr sz="1800"/>
            </a:pPr>
            <a:r>
              <a:t>指導者メモ：フォームが崩れたら回数より質を優先。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P39 片脚バランス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57200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完成版掲載予定</a:t>
            </a:r>
          </a:p>
          <a:p/>
          <a:p>
            <a:r>
              <a:t>①オリジナル卓球イラスト</a:t>
            </a:r>
          </a:p>
          <a:p>
            <a:r>
              <a:t>②筋肉色分け図</a:t>
            </a:r>
          </a:p>
          <a:p>
            <a:r>
              <a:t>③OKフォーム</a:t>
            </a:r>
          </a:p>
          <a:p>
            <a:r>
              <a:t>④NGフォーム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822960"/>
            <a:ext cx="6217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対象筋肉：中臀筋・体幹</a:t>
            </a:r>
          </a:p>
          <a:p>
            <a:pPr>
              <a:defRPr sz="1800"/>
            </a:pPr>
            <a:r>
              <a:t>推奨回数：30秒×左右3</a:t>
            </a:r>
          </a:p>
          <a:p>
            <a:pPr>
              <a:defRPr sz="1800"/>
            </a:pPr>
            <a:r>
              <a:t>卓球への効果：バランス能力を高め、連続プレーで姿勢を維持。</a:t>
            </a:r>
          </a:p>
          <a:p>
            <a:pPr>
              <a:defRPr sz="1800"/>
            </a:pPr>
            <a:r>
              <a:t>ポイント：体幹を保ち、呼吸を止めない。</a:t>
            </a:r>
          </a:p>
          <a:p>
            <a:pPr>
              <a:defRPr sz="1800"/>
            </a:pPr>
            <a:r>
              <a:t>指導者メモ：フォームが崩れたら回数より質を優先。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P40 初級プログラムまとめ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57200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完成版掲載予定</a:t>
            </a:r>
          </a:p>
          <a:p/>
          <a:p>
            <a:r>
              <a:t>①オリジナル卓球イラスト</a:t>
            </a:r>
          </a:p>
          <a:p>
            <a:r>
              <a:t>②筋肉色分け図</a:t>
            </a:r>
          </a:p>
          <a:p>
            <a:r>
              <a:t>③OKフォーム</a:t>
            </a:r>
          </a:p>
          <a:p>
            <a:r>
              <a:t>④NGフォーム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822960"/>
            <a:ext cx="6217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対象筋肉：総復習</a:t>
            </a:r>
          </a:p>
          <a:p>
            <a:pPr>
              <a:defRPr sz="1800"/>
            </a:pPr>
            <a:r>
              <a:t>推奨回数：週3回</a:t>
            </a:r>
          </a:p>
          <a:p>
            <a:pPr>
              <a:defRPr sz="1800"/>
            </a:pPr>
            <a:r>
              <a:t>卓球への効果：5種目を組み合わせた初心者向け週間メニュー。</a:t>
            </a:r>
          </a:p>
          <a:p>
            <a:pPr>
              <a:defRPr sz="1800"/>
            </a:pPr>
            <a:r>
              <a:t>ポイント：体幹を保ち、呼吸を止めない。</a:t>
            </a:r>
          </a:p>
          <a:p>
            <a:pPr>
              <a:defRPr sz="1800"/>
            </a:pPr>
            <a:r>
              <a:t>指導者メモ：フォームが崩れたら回数より質を優先。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