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第2章 卓球で使う筋肉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本章では卓球で重要な筋肉と役割を学びます。</a:t>
            </a:r>
          </a:p>
          <a:p>
            <a:pPr>
              <a:defRPr sz="2000"/>
            </a:pPr>
            <a:r>
              <a:t>・体幹</a:t>
            </a:r>
          </a:p>
          <a:p>
            <a:pPr>
              <a:defRPr sz="2000"/>
            </a:pPr>
            <a:r>
              <a:t>・股関節</a:t>
            </a:r>
          </a:p>
          <a:p>
            <a:pPr>
              <a:defRPr sz="2000"/>
            </a:pPr>
            <a:r>
              <a:t>・下半身</a:t>
            </a:r>
          </a:p>
          <a:p>
            <a:pPr>
              <a:defRPr sz="2000"/>
            </a:pPr>
            <a:r>
              <a:t>・肩甲帯</a:t>
            </a:r>
          </a:p>
          <a:p>
            <a:pPr>
              <a:defRPr sz="2000"/>
            </a:pPr>
            <a:r>
              <a:t>・前腕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P16 全身筋肉マップ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掲載内容</a:t>
            </a:r>
          </a:p>
          <a:p>
            <a:pPr>
              <a:defRPr sz="2000"/>
            </a:pPr>
            <a:r>
              <a:t>・前面・側面・背面人体図</a:t>
            </a:r>
          </a:p>
          <a:p>
            <a:pPr>
              <a:defRPr sz="2000"/>
            </a:pPr>
            <a:r>
              <a:t>・卓球で重要な筋肉を色分け</a:t>
            </a:r>
          </a:p>
          <a:p>
            <a:pPr>
              <a:defRPr sz="2000"/>
            </a:pPr>
            <a:r>
              <a:t>・動作との関係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P17 腹横筋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・腹圧を高める</a:t>
            </a:r>
          </a:p>
          <a:p>
            <a:pPr>
              <a:defRPr sz="2000"/>
            </a:pPr>
            <a:r>
              <a:t>・姿勢安定</a:t>
            </a:r>
          </a:p>
          <a:p>
            <a:pPr>
              <a:defRPr sz="2000"/>
            </a:pPr>
            <a:r>
              <a:t>・軸を保つ</a:t>
            </a: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・ラリー中の安定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P18 腹斜筋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・体幹回旋</a:t>
            </a:r>
          </a:p>
          <a:p>
            <a:pPr>
              <a:defRPr sz="2000"/>
            </a:pPr>
            <a:r>
              <a:t>・ドライブ回転</a:t>
            </a:r>
          </a:p>
          <a:p>
            <a:pPr>
              <a:defRPr sz="2000"/>
            </a:pPr>
            <a:r>
              <a:t>・サーブ回旋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P19 多裂筋・脊柱起立筋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・背骨安定</a:t>
            </a:r>
          </a:p>
          <a:p>
            <a:pPr>
              <a:defRPr sz="2000"/>
            </a:pPr>
            <a:r>
              <a:t>・前傾姿勢維持</a:t>
            </a:r>
          </a:p>
          <a:p>
            <a:pPr>
              <a:defRPr sz="2000"/>
            </a:pPr>
            <a:r>
              <a:t>・姿勢保持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P20 腸腰筋・臀筋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・フットワーク</a:t>
            </a:r>
          </a:p>
          <a:p>
            <a:pPr>
              <a:defRPr sz="2000"/>
            </a:pPr>
            <a:r>
              <a:t>・切り返し</a:t>
            </a:r>
          </a:p>
          <a:p>
            <a:pPr>
              <a:defRPr sz="2000"/>
            </a:pPr>
            <a:r>
              <a:t>・重心移動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図版・オリジナルイラスト配置予定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