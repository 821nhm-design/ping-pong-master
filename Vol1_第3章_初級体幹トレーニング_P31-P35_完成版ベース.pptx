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P31 プランク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438912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完成版ではここに</a:t>
            </a:r>
          </a:p>
          <a:p>
            <a:r>
              <a:t>・オリジナル卓球イラスト</a:t>
            </a:r>
          </a:p>
          <a:p>
            <a:r>
              <a:t>・正しいフォーム</a:t>
            </a:r>
          </a:p>
          <a:p>
            <a:r>
              <a:t>・NGフォーム</a:t>
            </a:r>
          </a:p>
          <a:p>
            <a:r>
              <a:t>・筋肉色分け図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82296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対象筋肉：腹横筋・腹斜筋・多裂筋</a:t>
            </a:r>
          </a:p>
          <a:p>
            <a:pPr>
              <a:defRPr sz="1800"/>
            </a:pPr>
            <a:r>
              <a:t>推奨：20～30秒×3</a:t>
            </a:r>
          </a:p>
          <a:p>
            <a:pPr>
              <a:defRPr sz="1800"/>
            </a:pPr>
            <a:r>
              <a:t>卓球への効果：体幹の軸を安定。ラリー中の姿勢維持に有効。</a:t>
            </a:r>
          </a:p>
          <a:p>
            <a:pPr>
              <a:defRPr sz="1800"/>
            </a:pPr>
            <a:r>
              <a:t>ポイント：呼吸を止めず、背骨を一直線に保つ。</a:t>
            </a:r>
          </a:p>
          <a:p>
            <a:pPr>
              <a:defRPr sz="1800"/>
            </a:pPr>
            <a:r>
              <a:t>NG：腰を反る・肩をすくめる・反動を使う。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P32 サイドプランク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438912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完成版ではここに</a:t>
            </a:r>
          </a:p>
          <a:p>
            <a:r>
              <a:t>・オリジナル卓球イラスト</a:t>
            </a:r>
          </a:p>
          <a:p>
            <a:r>
              <a:t>・正しいフォーム</a:t>
            </a:r>
          </a:p>
          <a:p>
            <a:r>
              <a:t>・NGフォーム</a:t>
            </a:r>
          </a:p>
          <a:p>
            <a:r>
              <a:t>・筋肉色分け図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82296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対象筋肉：腹斜筋・中臀筋</a:t>
            </a:r>
          </a:p>
          <a:p>
            <a:pPr>
              <a:defRPr sz="1800"/>
            </a:pPr>
            <a:r>
              <a:t>推奨：20秒×左右3</a:t>
            </a:r>
          </a:p>
          <a:p>
            <a:pPr>
              <a:defRPr sz="1800"/>
            </a:pPr>
            <a:r>
              <a:t>卓球への効果：左右のブレを抑え、切り返しを安定。</a:t>
            </a:r>
          </a:p>
          <a:p>
            <a:pPr>
              <a:defRPr sz="1800"/>
            </a:pPr>
            <a:r>
              <a:t>ポイント：呼吸を止めず、背骨を一直線に保つ。</a:t>
            </a:r>
          </a:p>
          <a:p>
            <a:pPr>
              <a:defRPr sz="1800"/>
            </a:pPr>
            <a:r>
              <a:t>NG：腰を反る・肩をすくめる・反動を使う。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P33 デッドバグ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438912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完成版ではここに</a:t>
            </a:r>
          </a:p>
          <a:p>
            <a:r>
              <a:t>・オリジナル卓球イラスト</a:t>
            </a:r>
          </a:p>
          <a:p>
            <a:r>
              <a:t>・正しいフォーム</a:t>
            </a:r>
          </a:p>
          <a:p>
            <a:r>
              <a:t>・NGフォーム</a:t>
            </a:r>
          </a:p>
          <a:p>
            <a:r>
              <a:t>・筋肉色分け図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82296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対象筋肉：腹横筋・腸腰筋</a:t>
            </a:r>
          </a:p>
          <a:p>
            <a:pPr>
              <a:defRPr sz="1800"/>
            </a:pPr>
            <a:r>
              <a:t>推奨：10回×3</a:t>
            </a:r>
          </a:p>
          <a:p>
            <a:pPr>
              <a:defRPr sz="1800"/>
            </a:pPr>
            <a:r>
              <a:t>卓球への効果：四肢と体幹の協調性を向上。</a:t>
            </a:r>
          </a:p>
          <a:p>
            <a:pPr>
              <a:defRPr sz="1800"/>
            </a:pPr>
            <a:r>
              <a:t>ポイント：呼吸を止めず、背骨を一直線に保つ。</a:t>
            </a:r>
          </a:p>
          <a:p>
            <a:pPr>
              <a:defRPr sz="1800"/>
            </a:pPr>
            <a:r>
              <a:t>NG：腰を反る・肩をすくめる・反動を使う。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P34 バードドッグ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438912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完成版ではここに</a:t>
            </a:r>
          </a:p>
          <a:p>
            <a:r>
              <a:t>・オリジナル卓球イラスト</a:t>
            </a:r>
          </a:p>
          <a:p>
            <a:r>
              <a:t>・正しいフォーム</a:t>
            </a:r>
          </a:p>
          <a:p>
            <a:r>
              <a:t>・NGフォーム</a:t>
            </a:r>
          </a:p>
          <a:p>
            <a:r>
              <a:t>・筋肉色分け図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82296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対象筋肉：多裂筋・臀筋</a:t>
            </a:r>
          </a:p>
          <a:p>
            <a:pPr>
              <a:defRPr sz="1800"/>
            </a:pPr>
            <a:r>
              <a:t>推奨：10回×3</a:t>
            </a:r>
          </a:p>
          <a:p>
            <a:pPr>
              <a:defRPr sz="1800"/>
            </a:pPr>
            <a:r>
              <a:t>卓球への効果：姿勢保持とバランス能力を強化。</a:t>
            </a:r>
          </a:p>
          <a:p>
            <a:pPr>
              <a:defRPr sz="1800"/>
            </a:pPr>
            <a:r>
              <a:t>ポイント：呼吸を止めず、背骨を一直線に保つ。</a:t>
            </a:r>
          </a:p>
          <a:p>
            <a:pPr>
              <a:defRPr sz="1800"/>
            </a:pPr>
            <a:r>
              <a:t>NG：腰を反る・肩をすくめる・反動を使う。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P35 ヒップリフト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438912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完成版ではここに</a:t>
            </a:r>
          </a:p>
          <a:p>
            <a:r>
              <a:t>・オリジナル卓球イラスト</a:t>
            </a:r>
          </a:p>
          <a:p>
            <a:r>
              <a:t>・正しいフォーム</a:t>
            </a:r>
          </a:p>
          <a:p>
            <a:r>
              <a:t>・NGフォーム</a:t>
            </a:r>
          </a:p>
          <a:p>
            <a:r>
              <a:t>・筋肉色分け図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82296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対象筋肉：大臀筋・ハムストリングス</a:t>
            </a:r>
          </a:p>
          <a:p>
            <a:pPr>
              <a:defRPr sz="1800"/>
            </a:pPr>
            <a:r>
              <a:t>推奨：15回×3</a:t>
            </a:r>
          </a:p>
          <a:p>
            <a:pPr>
              <a:defRPr sz="1800"/>
            </a:pPr>
            <a:r>
              <a:t>卓球への効果：下半身からのパワー伝達を改善。</a:t>
            </a:r>
          </a:p>
          <a:p>
            <a:pPr>
              <a:defRPr sz="1800"/>
            </a:pPr>
            <a:r>
              <a:t>ポイント：呼吸を止めず、背骨を一直線に保つ。</a:t>
            </a:r>
          </a:p>
          <a:p>
            <a:pPr>
              <a:defRPr sz="1800"/>
            </a:pPr>
            <a:r>
              <a:t>NG：腰を反る・肩をすくめる・反動を使う。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