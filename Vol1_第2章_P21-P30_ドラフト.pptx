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P21 大臀筋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・股関節を力強く伸ばす</a:t>
            </a:r>
          </a:p>
          <a:p>
            <a:pPr>
              <a:defRPr sz="2000"/>
            </a:pPr>
            <a:r>
              <a:t>・ドライブ時のパワー伝達</a:t>
            </a:r>
          </a:p>
          <a:p>
            <a:pPr>
              <a:defRPr sz="2000"/>
            </a:pPr>
            <a:r>
              <a:t>・姿勢維持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卓球効果</a:t>
            </a:r>
          </a:p>
          <a:p>
            <a:pPr>
              <a:defRPr sz="2000"/>
            </a:pPr>
            <a:r>
              <a:t>・威力向上・切り返し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P22 中臀筋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・左右移動の安定</a:t>
            </a:r>
          </a:p>
          <a:p>
            <a:pPr>
              <a:defRPr sz="2000"/>
            </a:pPr>
            <a:r>
              <a:t>・片脚支持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卓球効果</a:t>
            </a:r>
          </a:p>
          <a:p>
            <a:pPr>
              <a:defRPr sz="2000"/>
            </a:pPr>
            <a:r>
              <a:t>・フットワーク向上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P23 大腿四頭筋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・膝伸展</a:t>
            </a:r>
          </a:p>
          <a:p>
            <a:pPr>
              <a:defRPr sz="2000"/>
            </a:pPr>
            <a:r>
              <a:t>・低い姿勢維持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卓球効果</a:t>
            </a:r>
          </a:p>
          <a:p>
            <a:pPr>
              <a:defRPr sz="2000"/>
            </a:pPr>
            <a:r>
              <a:t>・連続ラリー対応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P24 ハムストリングス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・加速・減速</a:t>
            </a:r>
          </a:p>
          <a:p>
            <a:pPr>
              <a:defRPr sz="2000"/>
            </a:pPr>
            <a:r>
              <a:t>・切り返し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卓球効果</a:t>
            </a:r>
          </a:p>
          <a:p>
            <a:pPr>
              <a:defRPr sz="2000"/>
            </a:pPr>
            <a:r>
              <a:t>・素早い戻り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P25 前腕筋群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・ラケットコントロール</a:t>
            </a:r>
          </a:p>
          <a:p>
            <a:pPr>
              <a:defRPr sz="2000"/>
            </a:pPr>
            <a:r>
              <a:t>・回転操作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卓球効果</a:t>
            </a:r>
          </a:p>
          <a:p>
            <a:pPr>
              <a:defRPr sz="2000"/>
            </a:pPr>
            <a:r>
              <a:t>・サービス・台上技術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P26 肩甲帯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役割</a:t>
            </a:r>
          </a:p>
          <a:p>
            <a:pPr>
              <a:defRPr sz="2000"/>
            </a:pPr>
            <a:r>
              <a:t>・肩甲骨安定</a:t>
            </a:r>
          </a:p>
          <a:p>
            <a:pPr>
              <a:defRPr sz="2000"/>
            </a:pPr>
            <a:r>
              <a:t>・肩の連動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卓球効果</a:t>
            </a:r>
          </a:p>
          <a:p>
            <a:pPr>
              <a:defRPr sz="2000"/>
            </a:pPr>
            <a:r>
              <a:t>・スイング再現性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P27 筋肉の連動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脚→股関節→体幹→肩→腕→ラケット</a:t>
            </a:r>
          </a:p>
          <a:p>
            <a:pPr>
              <a:defRPr sz="2000"/>
            </a:pPr>
            <a:r>
              <a:t>運動連鎖を図解予定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P28 レベル別に鍛える筋肉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初心者：姿勢</a:t>
            </a:r>
          </a:p>
          <a:p>
            <a:pPr>
              <a:defRPr sz="2000"/>
            </a:pPr>
            <a:r>
              <a:t>中級：体幹</a:t>
            </a:r>
          </a:p>
          <a:p>
            <a:pPr>
              <a:defRPr sz="2000"/>
            </a:pPr>
            <a:r>
              <a:t>上級：回旋</a:t>
            </a:r>
          </a:p>
          <a:p>
            <a:pPr>
              <a:defRPr sz="2000"/>
            </a:pPr>
            <a:r>
              <a:t>プロ：連動性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P29 セルフチェック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筋力・柔軟性・左右差チェック表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P30 第2章まとめ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重要筋群一覧</a:t>
            </a:r>
          </a:p>
          <a:p>
            <a:pPr>
              <a:defRPr sz="2000"/>
            </a:pPr>
            <a:r>
              <a:t>卓球技術との対応表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914400"/>
            <a:ext cx="4846320" cy="5120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ここにオリジナル筋肉図・卓球フォーム図・アイコン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