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人体筋肉図仕様（前面）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75488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【作画指示】</a:t>
            </a:r>
          </a:p>
          <a:p>
            <a:r>
              <a:t>・正面人体</a:t>
            </a:r>
          </a:p>
          <a:p>
            <a:r>
              <a:t>・腹横筋、腹斜筋、腹直筋、腸腰筋、大腿四頭筋を色分け</a:t>
            </a:r>
          </a:p>
          <a:p>
            <a:r>
              <a:t>・卓球選手シルエット重ね表示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掲載内容</a:t>
            </a:r>
          </a:p>
          <a:p>
            <a:pPr>
              <a:defRPr sz="1800"/>
            </a:pPr>
            <a:r>
              <a:t>・筋肉名</a:t>
            </a:r>
          </a:p>
          <a:p>
            <a:pPr>
              <a:defRPr sz="1800"/>
            </a:pPr>
            <a:r>
              <a:t>・役割</a:t>
            </a:r>
          </a:p>
          <a:p>
            <a:pPr>
              <a:defRPr sz="1800"/>
            </a:pPr>
            <a:r>
              <a:t>・卓球技術への影響</a:t>
            </a:r>
          </a:p>
          <a:p>
            <a:pPr>
              <a:defRPr sz="1800"/>
            </a:pPr>
            <a:r>
              <a:t>・鍛える種目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人体筋肉図仕様（側面・背面）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75488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【作画指示】</a:t>
            </a:r>
          </a:p>
          <a:p>
            <a:r>
              <a:t>・側面/背面</a:t>
            </a:r>
          </a:p>
          <a:p>
            <a:r>
              <a:t>・多裂筋、脊柱起立筋、大臀筋、ハムストリングスを色分け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掲載内容</a:t>
            </a:r>
          </a:p>
          <a:p>
            <a:pPr>
              <a:defRPr sz="1800"/>
            </a:pPr>
            <a:r>
              <a:t>・姿勢保持</a:t>
            </a:r>
          </a:p>
          <a:p>
            <a:pPr>
              <a:defRPr sz="1800"/>
            </a:pPr>
            <a:r>
              <a:t>・回旋</a:t>
            </a:r>
          </a:p>
          <a:p>
            <a:pPr>
              <a:defRPr sz="1800"/>
            </a:pPr>
            <a:r>
              <a:t>・フットワーク</a:t>
            </a:r>
          </a:p>
          <a:p>
            <a:pPr>
              <a:defRPr sz="1800"/>
            </a:pPr>
            <a:r>
              <a:t>・パワー伝達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フォアドライブ筋肉連動図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4754880" cy="5303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【図解】</a:t>
            </a:r>
          </a:p>
          <a:p>
            <a:r>
              <a:t>床反力→脚→股関節→体幹→肩→腕→ラケット</a:t>
            </a:r>
          </a:p>
          <a:p>
            <a:r>
              <a:t>矢印で表示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822960"/>
            <a:ext cx="621792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解説</a:t>
            </a:r>
          </a:p>
          <a:p>
            <a:pPr>
              <a:defRPr sz="1800"/>
            </a:pPr>
            <a:r>
              <a:t>・力の伝達</a:t>
            </a:r>
          </a:p>
          <a:p>
            <a:pPr>
              <a:defRPr sz="1800"/>
            </a:pPr>
            <a:r>
              <a:t>・回転量向上</a:t>
            </a:r>
          </a:p>
          <a:p>
            <a:pPr>
              <a:defRPr sz="1800"/>
            </a:pPr>
            <a:r>
              <a:t>・NG例</a:t>
            </a:r>
          </a:p>
          <a:p>
            <a:pPr>
              <a:defRPr sz="1800"/>
            </a:pPr>
            <a:r>
              <a:t>・OK例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